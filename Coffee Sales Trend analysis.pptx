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CoffeeSalesTrendanalysis/Dashboard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xmlns="" id="{5DC39CE4-AD5B-4453-A698-5CC3B7ED3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Coffee Sales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1">
            <a:extLst>
              <a:ext uri="{FF2B5EF4-FFF2-40B4-BE49-F238E27FC236}">
                <a16:creationId xmlns:a16="http://schemas.microsoft.com/office/drawing/2014/main" xmlns="" id="{726A9FD5-9D80-4AFB-BEB8-F3B4A29C2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7" y="704850"/>
            <a:ext cx="92678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heet 2">
            <a:extLst>
              <a:ext uri="{FF2B5EF4-FFF2-40B4-BE49-F238E27FC236}">
                <a16:creationId xmlns:a16="http://schemas.microsoft.com/office/drawing/2014/main" xmlns="" id="{48058775-3E8B-4821-8205-ABCB7B892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7" y="704850"/>
            <a:ext cx="92678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heet 3">
            <a:extLst>
              <a:ext uri="{FF2B5EF4-FFF2-40B4-BE49-F238E27FC236}">
                <a16:creationId xmlns:a16="http://schemas.microsoft.com/office/drawing/2014/main" xmlns="" id="{C8B8FF7E-968C-477D-B928-77BA8DFE6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1995487"/>
            <a:ext cx="92583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heet 4">
            <a:extLst>
              <a:ext uri="{FF2B5EF4-FFF2-40B4-BE49-F238E27FC236}">
                <a16:creationId xmlns:a16="http://schemas.microsoft.com/office/drawing/2014/main" xmlns="" id="{BAD01938-483C-4A45-AD83-E71A263C0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704850"/>
            <a:ext cx="45720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heet 5">
            <a:extLst>
              <a:ext uri="{FF2B5EF4-FFF2-40B4-BE49-F238E27FC236}">
                <a16:creationId xmlns:a16="http://schemas.microsoft.com/office/drawing/2014/main" xmlns="" id="{D2573C7B-C005-47EF-A41F-188B0274DF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853" y="0"/>
            <a:ext cx="712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heet 6">
            <a:extLst>
              <a:ext uri="{FF2B5EF4-FFF2-40B4-BE49-F238E27FC236}">
                <a16:creationId xmlns:a16="http://schemas.microsoft.com/office/drawing/2014/main" xmlns="" id="{AFDEF633-126D-4632-A04A-ECF1C252C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7" y="2381250"/>
            <a:ext cx="92678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Coffee Sales Trend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Trend analysis</dc:title>
  <dc:creator/>
  <cp:lastModifiedBy>Microsoft account</cp:lastModifiedBy>
  <cp:revision>1</cp:revision>
  <dcterms:created xsi:type="dcterms:W3CDTF">2025-09-05T11:48:35Z</dcterms:created>
  <dcterms:modified xsi:type="dcterms:W3CDTF">2025-09-05T11:50:58Z</dcterms:modified>
</cp:coreProperties>
</file>